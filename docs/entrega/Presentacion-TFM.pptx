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2d1259944e410b" /><Relationship Type="http://schemas.openxmlformats.org/officeDocument/2006/relationships/extended-properties" Target="/docProps/app.xml" Id="R5553585e7f1f4156" /><Relationship Type="http://schemas.openxmlformats.org/officeDocument/2006/relationships/officeDocument" Target="/ppt/presentation.xml" Id="Re7b0b7a1250b44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1a4948ba8840c1"/>
  </p:sldMasterIdLst>
  <p:notesMasterIdLst>
    <p:notesMasterId xmlns:r="http://schemas.openxmlformats.org/officeDocument/2006/relationships" r:id="Re71b2ee42f544640"/>
  </p:notesMasterIdLst>
  <p:sldIdLst>
    <p:sldId xmlns:r="http://schemas.openxmlformats.org/officeDocument/2006/relationships" id="256" r:id="R3e01e4729ef641b4"/>
    <p:sldId xmlns:r="http://schemas.openxmlformats.org/officeDocument/2006/relationships" id="257" r:id="Rfdece866ce284bba"/>
    <p:sldId xmlns:r="http://schemas.openxmlformats.org/officeDocument/2006/relationships" id="258" r:id="R69cdf42dcf8e43f3"/>
    <p:sldId xmlns:r="http://schemas.openxmlformats.org/officeDocument/2006/relationships" id="259" r:id="R4e39ef03b89a4b85"/>
    <p:sldId xmlns:r="http://schemas.openxmlformats.org/officeDocument/2006/relationships" id="260" r:id="Rb617d8446ffa4971"/>
    <p:sldId xmlns:r="http://schemas.openxmlformats.org/officeDocument/2006/relationships" id="261" r:id="R4f9f0f37076548f4"/>
    <p:sldId xmlns:r="http://schemas.openxmlformats.org/officeDocument/2006/relationships" id="262" r:id="R8c08dffe51a94466"/>
    <p:sldId xmlns:r="http://schemas.openxmlformats.org/officeDocument/2006/relationships" id="263" r:id="R4c2a350778db4dc6"/>
    <p:sldId xmlns:r="http://schemas.openxmlformats.org/officeDocument/2006/relationships" id="264" r:id="Re9cf0766e7a84365"/>
    <p:sldId xmlns:r="http://schemas.openxmlformats.org/officeDocument/2006/relationships" id="265" r:id="Re2182bc295844ae1"/>
    <p:sldId xmlns:r="http://schemas.openxmlformats.org/officeDocument/2006/relationships" id="266" r:id="R2bf54711da874227"/>
    <p:sldId xmlns:r="http://schemas.openxmlformats.org/officeDocument/2006/relationships" id="267" r:id="Rd9ae69396c9a4ce6"/>
  </p:sldIdLst>
  <p:sldSz cx="16256000" cy="9144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c3ced3b0c84ace" /><Relationship Type="http://schemas.openxmlformats.org/officeDocument/2006/relationships/slideMaster" Target="/ppt/slideMasters/slideMaster1.xml" Id="Ra41a4948ba8840c1" /><Relationship Type="http://schemas.openxmlformats.org/officeDocument/2006/relationships/notesMaster" Target="/ppt/notesMasters/notesMaster1.xml" Id="Re71b2ee42f544640" /><Relationship Type="http://schemas.openxmlformats.org/officeDocument/2006/relationships/presProps" Target="/ppt/presProps.xml" Id="R041e0ea48c6141cd" /><Relationship Type="http://schemas.openxmlformats.org/officeDocument/2006/relationships/viewProps" Target="/ppt/viewProps.xml" Id="R8b1fde216b354400" /><Relationship Type="http://schemas.openxmlformats.org/officeDocument/2006/relationships/tableStyles" Target="/ppt/tableStyles.xml" Id="R3b42c969f2fc4314" /><Relationship Type="http://schemas.openxmlformats.org/officeDocument/2006/relationships/slide" Target="/ppt/slides/slide1.xml" Id="R3e01e4729ef641b4" /><Relationship Type="http://schemas.openxmlformats.org/officeDocument/2006/relationships/slide" Target="/ppt/slides/slide2.xml" Id="Rfdece866ce284bba" /><Relationship Type="http://schemas.openxmlformats.org/officeDocument/2006/relationships/slide" Target="/ppt/slides/slide3.xml" Id="R69cdf42dcf8e43f3" /><Relationship Type="http://schemas.openxmlformats.org/officeDocument/2006/relationships/slide" Target="/ppt/slides/slide4.xml" Id="R4e39ef03b89a4b85" /><Relationship Type="http://schemas.openxmlformats.org/officeDocument/2006/relationships/slide" Target="/ppt/slides/slide5.xml" Id="Rb617d8446ffa4971" /><Relationship Type="http://schemas.openxmlformats.org/officeDocument/2006/relationships/slide" Target="/ppt/slides/slide6.xml" Id="R4f9f0f37076548f4" /><Relationship Type="http://schemas.openxmlformats.org/officeDocument/2006/relationships/slide" Target="/ppt/slides/slide7.xml" Id="R8c08dffe51a94466" /><Relationship Type="http://schemas.openxmlformats.org/officeDocument/2006/relationships/slide" Target="/ppt/slides/slide8.xml" Id="R4c2a350778db4dc6" /><Relationship Type="http://schemas.openxmlformats.org/officeDocument/2006/relationships/slide" Target="/ppt/slides/slide9.xml" Id="Re9cf0766e7a84365" /><Relationship Type="http://schemas.openxmlformats.org/officeDocument/2006/relationships/slide" Target="/ppt/slides/slide10.xml" Id="Re2182bc295844ae1" /><Relationship Type="http://schemas.openxmlformats.org/officeDocument/2006/relationships/slide" Target="/ppt/slides/slide11.xml" Id="R2bf54711da874227" /><Relationship Type="http://schemas.openxmlformats.org/officeDocument/2006/relationships/slide" Target="/ppt/slides/slide12.xml" Id="Rd9ae69396c9a4c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51765bce4741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1658a05deb42ae" /><Relationship Type="http://schemas.openxmlformats.org/officeDocument/2006/relationships/notesMaster" Target="/ppt/notesMasters/notesMaster1.xml" Id="Rf426788cc91249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b62bf4226b474b" /><Relationship Type="http://schemas.openxmlformats.org/officeDocument/2006/relationships/notesMaster" Target="/ppt/notesMasters/notesMaster1.xml" Id="Re717811d92c945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7e6256385e4556" /><Relationship Type="http://schemas.openxmlformats.org/officeDocument/2006/relationships/notesMaster" Target="/ppt/notesMasters/notesMaster1.xml" Id="Rc5255999e24e4a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066369d19c4cca" /><Relationship Type="http://schemas.openxmlformats.org/officeDocument/2006/relationships/notesMaster" Target="/ppt/notesMasters/notesMaster1.xml" Id="R15ef2d80a35f47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e069e628ae4e39" /><Relationship Type="http://schemas.openxmlformats.org/officeDocument/2006/relationships/notesMaster" Target="/ppt/notesMasters/notesMaster1.xml" Id="R0549e6484f944e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1419a5ff8f4bcd" /><Relationship Type="http://schemas.openxmlformats.org/officeDocument/2006/relationships/notesMaster" Target="/ppt/notesMasters/notesMaster1.xml" Id="R9c6171b4673547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94b762ea814873" /><Relationship Type="http://schemas.openxmlformats.org/officeDocument/2006/relationships/notesMaster" Target="/ppt/notesMasters/notesMaster1.xml" Id="R5fd6a9752b1a4b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c3c002ea144cff" /><Relationship Type="http://schemas.openxmlformats.org/officeDocument/2006/relationships/notesMaster" Target="/ppt/notesMasters/notesMaster1.xml" Id="R6d803f72fd0a44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54ea6312dd4e8c" /><Relationship Type="http://schemas.openxmlformats.org/officeDocument/2006/relationships/notesMaster" Target="/ppt/notesMasters/notesMaster1.xml" Id="R391efad567064d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78c42659e64e85" /><Relationship Type="http://schemas.openxmlformats.org/officeDocument/2006/relationships/notesMaster" Target="/ppt/notesMasters/notesMaster1.xml" Id="Re780a88c8f314c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50501357604346" /><Relationship Type="http://schemas.openxmlformats.org/officeDocument/2006/relationships/notesMaster" Target="/ppt/notesMasters/notesMaster1.xml" Id="R3dbdd64b9e394c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28d652acf16498d" /><Relationship Type="http://schemas.openxmlformats.org/officeDocument/2006/relationships/notesMaster" Target="/ppt/notesMasters/notesMaster1.xml" Id="R683b744a281149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97230ca97a4e9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805c53f886424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3d1c8f51314e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3b6a936c994d0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8ecf779cc8449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6f03b6e8b47a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05020ead974cd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90a78ba64a41a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be068e973a41f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10d9918e5640a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7f23d23fc5451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133598-9129-43ED-B53B-AEC276E5CF4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1E422BB-00DD-43AD-BFF2-66EBEF9397C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E1F43B-43ED-4D8D-BF25-001E04FCD3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84F5DA-12EF-413C-85F3-CC5D0F6B9C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9B78E5-2516-42E9-A288-A2FE9F9102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008F06-5999-4633-B4A6-C5C5766BAA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8B9D9F-18D9-4EFA-AADB-32A6A7AAD0A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E8534-3CFE-4C58-881F-2DA9051045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2192FC8-1175-466C-92E5-9F0685D638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4AFC859-170D-4973-A7BE-00D26104673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7EE87B0-1A1A-4CC5-BB33-89776200A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A6A95BE-3C03-4DC4-947C-B85A68C4D9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DF22D5-0644-4427-B70B-4B8EA00314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91B0C16-F8BC-4D97-8755-7E37EE409D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1B0AAD-C9BB-476D-9C5A-ED9A9663EC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34B14D-A9CD-411E-8F94-A2AE3310A9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A5378DE-5F0D-43CD-99D4-0823186C498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60E5F94-7ACE-47E7-AB98-332320606C6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74D395-2CA4-4A7B-A16C-C655C356E5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F3F2CFF-4328-4C09-8101-6AE109502B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B0B8A9E-77B1-461A-928B-164A539CE6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07ACC6-0103-4D2E-8E7D-9EB76EB956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09C33D5-97A1-4529-B5C9-A6036CFFF2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3F30107-B788-424D-B4CE-0C4CE048837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2A1E9D0-443F-4B49-8FE6-41CD060D1AE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639FAA0-6052-45DD-8124-BE0A9DD3C0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D8E8F44C-8C25-47E0-BD20-13F97475959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D217DE8-FB4C-47F6-A20C-395700B096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0879F82-030E-4B22-8E0B-1BF6B28B01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1BF0083-BE0C-41EC-A3F4-E357AED907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017286F-DF04-455C-8363-CB889F2C92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839E2AE-D4F7-4808-9B2D-2CAD98726C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EE64F4A-3315-4E38-A51C-E5777DF93B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AFC398A-1540-489E-B98E-FA6A470B81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375A0B-FE5E-4609-81BD-CAE42DF23B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94860C6-08F9-4F22-B084-3392B32162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B0C36D-83C7-4C0C-AA8F-E8D576A034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5B9F0D3-2BF2-4D5F-A95C-5396318B63A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DC14585-C077-427C-BA63-1C99E3A136A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F754ED9-3A10-4047-9837-D52190844E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807441C-E059-4132-A6BB-9A3C5647E9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C01D718-33C0-4C50-82F3-46C81D3903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E7BBD7-7997-483F-AAB9-C77ED670E2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C98FFD2-FAF7-4B72-A24D-89B157EEB9C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E881C30-98DC-4539-BE3E-27D702A1536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8C4A9C9-55BA-4BF6-8F29-C58597744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3AA879-D900-4CCA-84D1-A5582DC1FB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E4D9108-BB0E-41F9-B6AA-B4FA60E21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1EFBF6-9D88-4133-AE4F-DC166ADA7A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4AE2C7-DEE0-4FD3-9615-10B272B2DE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B1F3D1-DF26-4D17-9366-1E8E327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C4177D2-66C3-49DC-BA84-8495DCFB5C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8617EA-8565-49E3-A8A6-D8B9411939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9A6E88E-B4AD-4A3E-B2E2-BBECD8E11E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1A41E22-2115-4F1C-88EB-463E875F72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64A79-1B60-4A62-8336-84E93168C7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D31BE7F-C91E-45C8-9019-C1D5AE3AB8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83FA36-0AD5-49E8-9C67-72104638F1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4d1b50a33a4d67" /><Relationship Type="http://schemas.openxmlformats.org/officeDocument/2006/relationships/slideLayout" Target="/ppt/slideLayouts/slideLayout1.xml" Id="R7dff5738d93e48e8" /><Relationship Type="http://schemas.openxmlformats.org/officeDocument/2006/relationships/slideLayout" Target="/ppt/slideLayouts/slideLayout2.xml" Id="Rd840b64b6c4e4a11" /><Relationship Type="http://schemas.openxmlformats.org/officeDocument/2006/relationships/slideLayout" Target="/ppt/slideLayouts/slideLayout3.xml" Id="R5ba27a2f845a4a71" /><Relationship Type="http://schemas.openxmlformats.org/officeDocument/2006/relationships/slideLayout" Target="/ppt/slideLayouts/slideLayout4.xml" Id="R0ce626749f814681" /><Relationship Type="http://schemas.openxmlformats.org/officeDocument/2006/relationships/slideLayout" Target="/ppt/slideLayouts/slideLayout5.xml" Id="R9aed249eb5f642eb" /><Relationship Type="http://schemas.openxmlformats.org/officeDocument/2006/relationships/slideLayout" Target="/ppt/slideLayouts/slideLayout6.xml" Id="R7f26d3a4e15544c7" /><Relationship Type="http://schemas.openxmlformats.org/officeDocument/2006/relationships/slideLayout" Target="/ppt/slideLayouts/slideLayout7.xml" Id="R676ed92c2afb480f" /><Relationship Type="http://schemas.openxmlformats.org/officeDocument/2006/relationships/slideLayout" Target="/ppt/slideLayouts/slideLayout8.xml" Id="Rbd3ef053fc494094" /><Relationship Type="http://schemas.openxmlformats.org/officeDocument/2006/relationships/slideLayout" Target="/ppt/slideLayouts/slideLayout9.xml" Id="R3c5f226916614626" /><Relationship Type="http://schemas.openxmlformats.org/officeDocument/2006/relationships/slideLayout" Target="/ppt/slideLayouts/slideLayout10.xml" Id="R3e7df69ace66442c" /><Relationship Type="http://schemas.openxmlformats.org/officeDocument/2006/relationships/slideLayout" Target="/ppt/slideLayouts/slideLayout11.xml" Id="R1762edf171a64fa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28BDF8C-83B8-4D8D-B829-836FC8F74A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CBEA565-2CCC-45C1-955C-7EF747CDD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EE5243-04C4-4969-9402-85EBB32A617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83B1915-156C-42EF-93BA-86230EBA24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D02B9B7-912E-48C5-8641-98A4BFBB1A1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ff5738d93e48e8"/>
    <p:sldLayoutId xmlns:r="http://schemas.openxmlformats.org/officeDocument/2006/relationships" id="2147483650" r:id="Rd840b64b6c4e4a11"/>
    <p:sldLayoutId xmlns:r="http://schemas.openxmlformats.org/officeDocument/2006/relationships" id="2147483651" r:id="R5ba27a2f845a4a71"/>
    <p:sldLayoutId xmlns:r="http://schemas.openxmlformats.org/officeDocument/2006/relationships" id="2147483652" r:id="R0ce626749f814681"/>
    <p:sldLayoutId xmlns:r="http://schemas.openxmlformats.org/officeDocument/2006/relationships" id="2147483653" r:id="R9aed249eb5f642eb"/>
    <p:sldLayoutId xmlns:r="http://schemas.openxmlformats.org/officeDocument/2006/relationships" id="2147483654" r:id="R7f26d3a4e15544c7"/>
    <p:sldLayoutId xmlns:r="http://schemas.openxmlformats.org/officeDocument/2006/relationships" id="2147483655" r:id="R676ed92c2afb480f"/>
    <p:sldLayoutId xmlns:r="http://schemas.openxmlformats.org/officeDocument/2006/relationships" id="2147483656" r:id="Rbd3ef053fc494094"/>
    <p:sldLayoutId xmlns:r="http://schemas.openxmlformats.org/officeDocument/2006/relationships" id="2147483657" r:id="R3c5f226916614626"/>
    <p:sldLayoutId xmlns:r="http://schemas.openxmlformats.org/officeDocument/2006/relationships" id="2147483658" r:id="R3e7df69ace66442c"/>
    <p:sldLayoutId xmlns:r="http://schemas.openxmlformats.org/officeDocument/2006/relationships" id="2147483659" r:id="R1762edf171a64fae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963aff98b642db" /><Relationship Type="http://schemas.openxmlformats.org/officeDocument/2006/relationships/image" Target="/ppt/media/image.png" Id="R5ced847038854053" /><Relationship Type="http://schemas.openxmlformats.org/officeDocument/2006/relationships/notesSlide" Target="/ppt/notesSlides/notesSlide1.xml" Id="Rf24a244794fe43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54f3c9e37b4bc1" /><Relationship Type="http://schemas.openxmlformats.org/officeDocument/2006/relationships/image" Target="/ppt/media/image2.png" Id="Rf520f03f95894855" /><Relationship Type="http://schemas.openxmlformats.org/officeDocument/2006/relationships/notesSlide" Target="/ppt/notesSlides/notesSlide2.xml" Id="Raac57f31bfbf45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8a34954c8042cd" /><Relationship Type="http://schemas.openxmlformats.org/officeDocument/2006/relationships/image" Target="/ppt/media/image3.png" Id="R06190b0f764c422d" /><Relationship Type="http://schemas.openxmlformats.org/officeDocument/2006/relationships/notesSlide" Target="/ppt/notesSlides/notesSlide3.xml" Id="Rb700c5f05c414a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b2b2864c764dd5" /><Relationship Type="http://schemas.openxmlformats.org/officeDocument/2006/relationships/image" Target="/ppt/media/image4.png" Id="Rdc987a180a3b432e" /><Relationship Type="http://schemas.openxmlformats.org/officeDocument/2006/relationships/notesSlide" Target="/ppt/notesSlides/notesSlide4.xml" Id="R41a641ae65714c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541c6038d0a479e" /><Relationship Type="http://schemas.openxmlformats.org/officeDocument/2006/relationships/image" Target="/ppt/media/image5.png" Id="R5a87994ab34c47c6" /><Relationship Type="http://schemas.openxmlformats.org/officeDocument/2006/relationships/notesSlide" Target="/ppt/notesSlides/notesSlide5.xml" Id="R0429f01738404e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5f2a2e82a44e98" /><Relationship Type="http://schemas.openxmlformats.org/officeDocument/2006/relationships/image" Target="/ppt/media/image6.png" Id="R717e60f78ebe434a" /><Relationship Type="http://schemas.openxmlformats.org/officeDocument/2006/relationships/notesSlide" Target="/ppt/notesSlides/notesSlide6.xml" Id="Re4abc162c50344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747d73ee994590" /><Relationship Type="http://schemas.openxmlformats.org/officeDocument/2006/relationships/image" Target="/ppt/media/image7.png" Id="Rae7d88e64f90439c" /><Relationship Type="http://schemas.openxmlformats.org/officeDocument/2006/relationships/notesSlide" Target="/ppt/notesSlides/notesSlide7.xml" Id="R368968b05c3243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8b438bf08e44ec" /><Relationship Type="http://schemas.openxmlformats.org/officeDocument/2006/relationships/image" Target="/ppt/media/image8.png" Id="R9eb7f71474844da2" /><Relationship Type="http://schemas.openxmlformats.org/officeDocument/2006/relationships/notesSlide" Target="/ppt/notesSlides/notesSlide8.xml" Id="R9201ae85e2b84b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2465a6e7294f16" /><Relationship Type="http://schemas.openxmlformats.org/officeDocument/2006/relationships/image" Target="/ppt/media/image9.png" Id="R6cf277a0ef0742e5" /><Relationship Type="http://schemas.openxmlformats.org/officeDocument/2006/relationships/notesSlide" Target="/ppt/notesSlides/notesSlide9.xml" Id="R53f62bbd266f44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34491875684deb" /><Relationship Type="http://schemas.openxmlformats.org/officeDocument/2006/relationships/image" Target="/ppt/media/image10.png" Id="Rdbccbf0bded94217" /><Relationship Type="http://schemas.openxmlformats.org/officeDocument/2006/relationships/notesSlide" Target="/ppt/notesSlides/notesSlide10.xml" Id="R4afe3573329e49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b61f1a371a40e2" /><Relationship Type="http://schemas.openxmlformats.org/officeDocument/2006/relationships/image" Target="/ppt/media/image11.png" Id="Rf303b88b37944aa0" /><Relationship Type="http://schemas.openxmlformats.org/officeDocument/2006/relationships/notesSlide" Target="/ppt/notesSlides/notesSlide11.xml" Id="R98625d7b38d3460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09ea72d8644266" /><Relationship Type="http://schemas.openxmlformats.org/officeDocument/2006/relationships/image" Target="/ppt/media/image12.png" Id="Race228255ca84db3" /><Relationship Type="http://schemas.openxmlformats.org/officeDocument/2006/relationships/notesSlide" Target="/ppt/notesSlides/notesSlide12.xml" Id="R8d3a228f1827404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A17D5FF5-4DCF-4073-BF86-6384458B90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ed847038854053"/>
          <a:stretch xmlns:a="http://schemas.openxmlformats.org/drawingml/2006/main"/>
        </p:blipFill>
        <p:spPr>
          <a:xfrm xmlns:a="http://schemas.openxmlformats.org/drawingml/2006/main">
            <a:off x="8593" y="38100"/>
            <a:ext cx="16238814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16101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0E6193AB-2AC2-4246-9447-86F248FCEE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20f03f958948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8100"/>
            <a:ext cx="16256000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04382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067A0526-5228-4073-8D00-914C866A55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190b0f764c42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8100"/>
            <a:ext cx="16256000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53767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31BB4C30-D5D3-4E27-93D1-3E166624F0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987a180a3b432e"/>
          <a:stretch xmlns:a="http://schemas.openxmlformats.org/drawingml/2006/main"/>
        </p:blipFill>
        <p:spPr>
          <a:xfrm xmlns:a="http://schemas.openxmlformats.org/drawingml/2006/main">
            <a:off x="8593" y="38100"/>
            <a:ext cx="16238814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7953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225F1BF9-FC68-459E-9E60-376FD85BDE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7994ab34c47c6"/>
          <a:stretch xmlns:a="http://schemas.openxmlformats.org/drawingml/2006/main"/>
        </p:blipFill>
        <p:spPr>
          <a:xfrm xmlns:a="http://schemas.openxmlformats.org/drawingml/2006/main">
            <a:off x="8593" y="38100"/>
            <a:ext cx="16238814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25928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9473ECD9-B7F1-4204-9655-BE95AE8C11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7e60f78ebe43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8100"/>
            <a:ext cx="16256000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37131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DCFEA433-74D1-46EE-B71D-9E4FBCD653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88e64f9043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8100"/>
            <a:ext cx="16256000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81366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9DDAE88D-C3C8-4CE4-8E9F-411D25ABF6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7f71474844d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8100"/>
            <a:ext cx="16256000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1598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FC8017A9-21C6-4142-B342-2E7F59F564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277a0ef0742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8100"/>
            <a:ext cx="16256000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58602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A932251D-091D-4436-919A-B115BB31FA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ccbf0bded942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8100"/>
            <a:ext cx="16256000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91875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2B1F76ED-A5C6-42E7-B059-30048DA496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3b88b37944aa0"/>
          <a:stretch xmlns:a="http://schemas.openxmlformats.org/drawingml/2006/main"/>
        </p:blipFill>
        <p:spPr>
          <a:xfrm xmlns:a="http://schemas.openxmlformats.org/drawingml/2006/main">
            <a:off x="8593" y="38100"/>
            <a:ext cx="16238814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75328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B9974141-A604-425D-BE77-188934E27F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228255ca84db3"/>
          <a:stretch xmlns:a="http://schemas.openxmlformats.org/drawingml/2006/main"/>
        </p:blipFill>
        <p:spPr>
          <a:xfrm xmlns:a="http://schemas.openxmlformats.org/drawingml/2006/main">
            <a:off x="3754" y="38100"/>
            <a:ext cx="16248491" cy="9067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910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2026-10-17T19:54:46.3190000Z</dcterms:created>
  <dcterms:modified xsi:type="dcterms:W3CDTF">2026-10-17T19:54:46.3190000Z</dcterms:modified>
</coreProperties>
</file>